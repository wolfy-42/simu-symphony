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2F1AA3-7E5E-4932-A289-711C4DDBDF2C}" v="26" dt="2023-07-31T21:30:10.8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1023" autoAdjust="0"/>
  </p:normalViewPr>
  <p:slideViewPr>
    <p:cSldViewPr snapToGrid="0">
      <p:cViewPr varScale="1">
        <p:scale>
          <a:sx n="62" d="100"/>
          <a:sy n="62" d="100"/>
        </p:scale>
        <p:origin x="10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za Shomalnasab" userId="163fbca8-c788-4f15-86b0-97dacaa96789" providerId="ADAL" clId="{AD2F1AA3-7E5E-4932-A289-711C4DDBDF2C}"/>
    <pc:docChg chg="undo redo custSel addSld modSld">
      <pc:chgData name="Reza Shomalnasab" userId="163fbca8-c788-4f15-86b0-97dacaa96789" providerId="ADAL" clId="{AD2F1AA3-7E5E-4932-A289-711C4DDBDF2C}" dt="2023-08-30T15:24:07.044" v="1457" actId="6549"/>
      <pc:docMkLst>
        <pc:docMk/>
      </pc:docMkLst>
      <pc:sldChg chg="addSp delSp modSp new mod setBg addAnim delAnim">
        <pc:chgData name="Reza Shomalnasab" userId="163fbca8-c788-4f15-86b0-97dacaa96789" providerId="ADAL" clId="{AD2F1AA3-7E5E-4932-A289-711C4DDBDF2C}" dt="2023-07-31T21:19:08.958" v="1293" actId="26606"/>
        <pc:sldMkLst>
          <pc:docMk/>
          <pc:sldMk cId="1496048724" sldId="256"/>
        </pc:sldMkLst>
        <pc:spChg chg="mod">
          <ac:chgData name="Reza Shomalnasab" userId="163fbca8-c788-4f15-86b0-97dacaa96789" providerId="ADAL" clId="{AD2F1AA3-7E5E-4932-A289-711C4DDBDF2C}" dt="2023-07-31T21:19:08.958" v="1293" actId="26606"/>
          <ac:spMkLst>
            <pc:docMk/>
            <pc:sldMk cId="1496048724" sldId="256"/>
            <ac:spMk id="2" creationId="{1A2BA146-6C16-A6E6-6855-EE8FAD86A6E3}"/>
          </ac:spMkLst>
        </pc:spChg>
        <pc:spChg chg="mod">
          <ac:chgData name="Reza Shomalnasab" userId="163fbca8-c788-4f15-86b0-97dacaa96789" providerId="ADAL" clId="{AD2F1AA3-7E5E-4932-A289-711C4DDBDF2C}" dt="2023-07-31T21:19:08.958" v="1293" actId="26606"/>
          <ac:spMkLst>
            <pc:docMk/>
            <pc:sldMk cId="1496048724" sldId="256"/>
            <ac:spMk id="3" creationId="{F2333998-4662-E2CC-D884-92430571782D}"/>
          </ac:spMkLst>
        </pc:spChg>
        <pc:spChg chg="del">
          <ac:chgData name="Reza Shomalnasab" userId="163fbca8-c788-4f15-86b0-97dacaa96789" providerId="ADAL" clId="{AD2F1AA3-7E5E-4932-A289-711C4DDBDF2C}" dt="2023-07-31T20:32:28.211" v="782"/>
          <ac:spMkLst>
            <pc:docMk/>
            <pc:sldMk cId="1496048724" sldId="256"/>
            <ac:spMk id="4" creationId="{568DE05B-79D6-5EF0-7202-2CCEBBFA48A3}"/>
          </ac:spMkLst>
        </pc:spChg>
        <pc:spChg chg="del">
          <ac:chgData name="Reza Shomalnasab" userId="163fbca8-c788-4f15-86b0-97dacaa96789" providerId="ADAL" clId="{AD2F1AA3-7E5E-4932-A289-711C4DDBDF2C}" dt="2023-07-31T20:32:28.211" v="782"/>
          <ac:spMkLst>
            <pc:docMk/>
            <pc:sldMk cId="1496048724" sldId="256"/>
            <ac:spMk id="5" creationId="{85136FC3-C5FB-694D-7A44-77FDD4A0F639}"/>
          </ac:spMkLst>
        </pc:spChg>
        <pc:spChg chg="mod">
          <ac:chgData name="Reza Shomalnasab" userId="163fbca8-c788-4f15-86b0-97dacaa96789" providerId="ADAL" clId="{AD2F1AA3-7E5E-4932-A289-711C4DDBDF2C}" dt="2023-07-31T21:19:08.958" v="1293" actId="26606"/>
          <ac:spMkLst>
            <pc:docMk/>
            <pc:sldMk cId="1496048724" sldId="256"/>
            <ac:spMk id="6" creationId="{4B8FB6E0-9300-7317-8F5D-7BB466341DBD}"/>
          </ac:spMkLst>
        </pc:spChg>
        <pc:spChg chg="add">
          <ac:chgData name="Reza Shomalnasab" userId="163fbca8-c788-4f15-86b0-97dacaa96789" providerId="ADAL" clId="{AD2F1AA3-7E5E-4932-A289-711C4DDBDF2C}" dt="2023-07-31T21:19:08.958" v="1293" actId="26606"/>
          <ac:spMkLst>
            <pc:docMk/>
            <pc:sldMk cId="1496048724" sldId="256"/>
            <ac:spMk id="8" creationId="{9095C1F4-AE7F-44E4-8693-40D3D6831140}"/>
          </ac:spMkLst>
        </pc:spChg>
        <pc:spChg chg="add del">
          <ac:chgData name="Reza Shomalnasab" userId="163fbca8-c788-4f15-86b0-97dacaa96789" providerId="ADAL" clId="{AD2F1AA3-7E5E-4932-A289-711C4DDBDF2C}" dt="2023-07-31T21:18:18.921" v="1292" actId="26606"/>
          <ac:spMkLst>
            <pc:docMk/>
            <pc:sldMk cId="1496048724" sldId="256"/>
            <ac:spMk id="11" creationId="{934F1179-B481-4F9E-BCA3-AFB972070F83}"/>
          </ac:spMkLst>
        </pc:spChg>
        <pc:spChg chg="add del">
          <ac:chgData name="Reza Shomalnasab" userId="163fbca8-c788-4f15-86b0-97dacaa96789" providerId="ADAL" clId="{AD2F1AA3-7E5E-4932-A289-711C4DDBDF2C}" dt="2023-07-31T21:18:18.921" v="1292" actId="26606"/>
          <ac:spMkLst>
            <pc:docMk/>
            <pc:sldMk cId="1496048724" sldId="256"/>
            <ac:spMk id="13" creationId="{827DC2C4-B485-428A-BF4A-472D2967F47F}"/>
          </ac:spMkLst>
        </pc:spChg>
        <pc:spChg chg="add del">
          <ac:chgData name="Reza Shomalnasab" userId="163fbca8-c788-4f15-86b0-97dacaa96789" providerId="ADAL" clId="{AD2F1AA3-7E5E-4932-A289-711C4DDBDF2C}" dt="2023-07-31T21:18:18.921" v="1292" actId="26606"/>
          <ac:spMkLst>
            <pc:docMk/>
            <pc:sldMk cId="1496048724" sldId="256"/>
            <ac:spMk id="15" creationId="{EE04B5EB-F158-4507-90DD-BD23620C7CC9}"/>
          </ac:spMkLst>
        </pc:spChg>
        <pc:spChg chg="add">
          <ac:chgData name="Reza Shomalnasab" userId="163fbca8-c788-4f15-86b0-97dacaa96789" providerId="ADAL" clId="{AD2F1AA3-7E5E-4932-A289-711C4DDBDF2C}" dt="2023-07-31T21:19:08.958" v="1293" actId="26606"/>
          <ac:spMkLst>
            <pc:docMk/>
            <pc:sldMk cId="1496048724" sldId="256"/>
            <ac:spMk id="17" creationId="{871AEA07-1E14-44B4-8E55-64EF049CD66F}"/>
          </ac:spMkLst>
        </pc:spChg>
        <pc:grpChg chg="add">
          <ac:chgData name="Reza Shomalnasab" userId="163fbca8-c788-4f15-86b0-97dacaa96789" providerId="ADAL" clId="{AD2F1AA3-7E5E-4932-A289-711C4DDBDF2C}" dt="2023-07-31T21:19:08.958" v="1293" actId="26606"/>
          <ac:grpSpMkLst>
            <pc:docMk/>
            <pc:sldMk cId="1496048724" sldId="256"/>
            <ac:grpSpMk id="9" creationId="{8734DDD3-F723-4DD3-8ABE-EC0B2AC87D74}"/>
          </ac:grpSpMkLst>
        </pc:grpChg>
      </pc:sldChg>
      <pc:sldChg chg="addSp delSp modSp new mod setBg modNotesTx">
        <pc:chgData name="Reza Shomalnasab" userId="163fbca8-c788-4f15-86b0-97dacaa96789" providerId="ADAL" clId="{AD2F1AA3-7E5E-4932-A289-711C4DDBDF2C}" dt="2023-08-30T15:24:07.044" v="1457" actId="6549"/>
        <pc:sldMkLst>
          <pc:docMk/>
          <pc:sldMk cId="1675095142" sldId="257"/>
        </pc:sldMkLst>
        <pc:spChg chg="mod">
          <ac:chgData name="Reza Shomalnasab" userId="163fbca8-c788-4f15-86b0-97dacaa96789" providerId="ADAL" clId="{AD2F1AA3-7E5E-4932-A289-711C4DDBDF2C}" dt="2023-07-31T21:19:34.287" v="1304" actId="26606"/>
          <ac:spMkLst>
            <pc:docMk/>
            <pc:sldMk cId="1675095142" sldId="257"/>
            <ac:spMk id="2" creationId="{ADA9A41B-BB0E-F279-2AB2-EDBFE9F782A4}"/>
          </ac:spMkLst>
        </pc:spChg>
        <pc:spChg chg="mod">
          <ac:chgData name="Reza Shomalnasab" userId="163fbca8-c788-4f15-86b0-97dacaa96789" providerId="ADAL" clId="{AD2F1AA3-7E5E-4932-A289-711C4DDBDF2C}" dt="2023-07-31T21:29:50.153" v="1368" actId="403"/>
          <ac:spMkLst>
            <pc:docMk/>
            <pc:sldMk cId="1675095142" sldId="257"/>
            <ac:spMk id="3" creationId="{D8E20C05-FD27-5E5F-F746-A4E89646E692}"/>
          </ac:spMkLst>
        </pc:spChg>
        <pc:spChg chg="del">
          <ac:chgData name="Reza Shomalnasab" userId="163fbca8-c788-4f15-86b0-97dacaa96789" providerId="ADAL" clId="{AD2F1AA3-7E5E-4932-A289-711C4DDBDF2C}" dt="2023-07-31T20:32:28.211" v="782"/>
          <ac:spMkLst>
            <pc:docMk/>
            <pc:sldMk cId="1675095142" sldId="257"/>
            <ac:spMk id="4" creationId="{CFE64D1F-4D56-031F-40C2-0AE674BAFAD0}"/>
          </ac:spMkLst>
        </pc:spChg>
        <pc:spChg chg="del">
          <ac:chgData name="Reza Shomalnasab" userId="163fbca8-c788-4f15-86b0-97dacaa96789" providerId="ADAL" clId="{AD2F1AA3-7E5E-4932-A289-711C4DDBDF2C}" dt="2023-07-31T20:32:28.211" v="782"/>
          <ac:spMkLst>
            <pc:docMk/>
            <pc:sldMk cId="1675095142" sldId="257"/>
            <ac:spMk id="5" creationId="{C7FE4E25-514E-AC6C-1B97-9B1166A5BBD0}"/>
          </ac:spMkLst>
        </pc:spChg>
        <pc:spChg chg="mod">
          <ac:chgData name="Reza Shomalnasab" userId="163fbca8-c788-4f15-86b0-97dacaa96789" providerId="ADAL" clId="{AD2F1AA3-7E5E-4932-A289-711C4DDBDF2C}" dt="2023-07-31T21:19:34.287" v="1304" actId="26606"/>
          <ac:spMkLst>
            <pc:docMk/>
            <pc:sldMk cId="1675095142" sldId="257"/>
            <ac:spMk id="6" creationId="{5F14050D-C9B5-28C2-D36E-090945ACF4EA}"/>
          </ac:spMkLst>
        </pc:spChg>
        <pc:spChg chg="add mod">
          <ac:chgData name="Reza Shomalnasab" userId="163fbca8-c788-4f15-86b0-97dacaa96789" providerId="ADAL" clId="{AD2F1AA3-7E5E-4932-A289-711C4DDBDF2C}" dt="2023-07-31T21:30:13.700" v="1373" actId="1076"/>
          <ac:spMkLst>
            <pc:docMk/>
            <pc:sldMk cId="1675095142" sldId="257"/>
            <ac:spMk id="8" creationId="{06E14BC7-052A-E0BD-389A-C9B1E81EBE7B}"/>
          </ac:spMkLst>
        </pc:spChg>
        <pc:spChg chg="add del">
          <ac:chgData name="Reza Shomalnasab" userId="163fbca8-c788-4f15-86b0-97dacaa96789" providerId="ADAL" clId="{AD2F1AA3-7E5E-4932-A289-711C4DDBDF2C}" dt="2023-07-31T21:19:19.453" v="1295" actId="26606"/>
          <ac:spMkLst>
            <pc:docMk/>
            <pc:sldMk cId="1675095142" sldId="257"/>
            <ac:spMk id="1031" creationId="{0DEDCC5D-8B8A-40DB-BE90-A3AA27C64A78}"/>
          </ac:spMkLst>
        </pc:spChg>
        <pc:spChg chg="add del">
          <ac:chgData name="Reza Shomalnasab" userId="163fbca8-c788-4f15-86b0-97dacaa96789" providerId="ADAL" clId="{AD2F1AA3-7E5E-4932-A289-711C4DDBDF2C}" dt="2023-07-31T21:19:19.453" v="1295" actId="26606"/>
          <ac:spMkLst>
            <pc:docMk/>
            <pc:sldMk cId="1675095142" sldId="257"/>
            <ac:spMk id="1037" creationId="{CBC4F608-B4B8-48C3-9572-C0F061B1CD99}"/>
          </ac:spMkLst>
        </pc:spChg>
        <pc:spChg chg="add del">
          <ac:chgData name="Reza Shomalnasab" userId="163fbca8-c788-4f15-86b0-97dacaa96789" providerId="ADAL" clId="{AD2F1AA3-7E5E-4932-A289-711C4DDBDF2C}" dt="2023-07-31T21:19:25.413" v="1297" actId="26606"/>
          <ac:spMkLst>
            <pc:docMk/>
            <pc:sldMk cId="1675095142" sldId="257"/>
            <ac:spMk id="1039" creationId="{9D8233B0-41B5-4D9A-AEEC-13DB66A8C9B5}"/>
          </ac:spMkLst>
        </pc:spChg>
        <pc:spChg chg="add del">
          <ac:chgData name="Reza Shomalnasab" userId="163fbca8-c788-4f15-86b0-97dacaa96789" providerId="ADAL" clId="{AD2F1AA3-7E5E-4932-A289-711C4DDBDF2C}" dt="2023-07-31T21:19:25.413" v="1297" actId="26606"/>
          <ac:spMkLst>
            <pc:docMk/>
            <pc:sldMk cId="1675095142" sldId="257"/>
            <ac:spMk id="1043" creationId="{E659831F-0D9A-4C63-9EBB-8435B85A440F}"/>
          </ac:spMkLst>
        </pc:spChg>
        <pc:spChg chg="add del">
          <ac:chgData name="Reza Shomalnasab" userId="163fbca8-c788-4f15-86b0-97dacaa96789" providerId="ADAL" clId="{AD2F1AA3-7E5E-4932-A289-711C4DDBDF2C}" dt="2023-07-31T21:19:25.857" v="1299" actId="26606"/>
          <ac:spMkLst>
            <pc:docMk/>
            <pc:sldMk cId="1675095142" sldId="257"/>
            <ac:spMk id="1045" creationId="{08953E74-D241-4DDF-8508-F0365EA13A92}"/>
          </ac:spMkLst>
        </pc:spChg>
        <pc:spChg chg="add del">
          <ac:chgData name="Reza Shomalnasab" userId="163fbca8-c788-4f15-86b0-97dacaa96789" providerId="ADAL" clId="{AD2F1AA3-7E5E-4932-A289-711C4DDBDF2C}" dt="2023-07-31T21:19:25.857" v="1299" actId="26606"/>
          <ac:spMkLst>
            <pc:docMk/>
            <pc:sldMk cId="1675095142" sldId="257"/>
            <ac:spMk id="1046" creationId="{5C3C901A-B2F4-4A3C-BCDD-7C8D587ECA2E}"/>
          </ac:spMkLst>
        </pc:spChg>
        <pc:spChg chg="add del">
          <ac:chgData name="Reza Shomalnasab" userId="163fbca8-c788-4f15-86b0-97dacaa96789" providerId="ADAL" clId="{AD2F1AA3-7E5E-4932-A289-711C4DDBDF2C}" dt="2023-07-31T21:19:27.352" v="1301" actId="26606"/>
          <ac:spMkLst>
            <pc:docMk/>
            <pc:sldMk cId="1675095142" sldId="257"/>
            <ac:spMk id="1048" creationId="{0D7B6173-1D58-48E2-83CF-37350F315F75}"/>
          </ac:spMkLst>
        </pc:spChg>
        <pc:spChg chg="add del">
          <ac:chgData name="Reza Shomalnasab" userId="163fbca8-c788-4f15-86b0-97dacaa96789" providerId="ADAL" clId="{AD2F1AA3-7E5E-4932-A289-711C4DDBDF2C}" dt="2023-07-31T21:19:27.352" v="1301" actId="26606"/>
          <ac:spMkLst>
            <pc:docMk/>
            <pc:sldMk cId="1675095142" sldId="257"/>
            <ac:spMk id="1049" creationId="{3D4464D8-FD41-4EA2-9094-791BB1112FFA}"/>
          </ac:spMkLst>
        </pc:spChg>
        <pc:spChg chg="add del">
          <ac:chgData name="Reza Shomalnasab" userId="163fbca8-c788-4f15-86b0-97dacaa96789" providerId="ADAL" clId="{AD2F1AA3-7E5E-4932-A289-711C4DDBDF2C}" dt="2023-07-31T21:19:27.352" v="1301" actId="26606"/>
          <ac:spMkLst>
            <pc:docMk/>
            <pc:sldMk cId="1675095142" sldId="257"/>
            <ac:spMk id="1050" creationId="{21BDEC81-16A7-4451-B893-C15000083B77}"/>
          </ac:spMkLst>
        </pc:spChg>
        <pc:spChg chg="add del">
          <ac:chgData name="Reza Shomalnasab" userId="163fbca8-c788-4f15-86b0-97dacaa96789" providerId="ADAL" clId="{AD2F1AA3-7E5E-4932-A289-711C4DDBDF2C}" dt="2023-07-31T21:19:27.352" v="1301" actId="26606"/>
          <ac:spMkLst>
            <pc:docMk/>
            <pc:sldMk cId="1675095142" sldId="257"/>
            <ac:spMk id="1051" creationId="{514A1B69-F82D-4322-9669-42AC0CB70B05}"/>
          </ac:spMkLst>
        </pc:spChg>
        <pc:spChg chg="add del">
          <ac:chgData name="Reza Shomalnasab" userId="163fbca8-c788-4f15-86b0-97dacaa96789" providerId="ADAL" clId="{AD2F1AA3-7E5E-4932-A289-711C4DDBDF2C}" dt="2023-07-31T21:19:34.283" v="1303" actId="26606"/>
          <ac:spMkLst>
            <pc:docMk/>
            <pc:sldMk cId="1675095142" sldId="257"/>
            <ac:spMk id="1053" creationId="{08953E74-D241-4DDF-8508-F0365EA13A92}"/>
          </ac:spMkLst>
        </pc:spChg>
        <pc:spChg chg="add del">
          <ac:chgData name="Reza Shomalnasab" userId="163fbca8-c788-4f15-86b0-97dacaa96789" providerId="ADAL" clId="{AD2F1AA3-7E5E-4932-A289-711C4DDBDF2C}" dt="2023-07-31T21:19:34.283" v="1303" actId="26606"/>
          <ac:spMkLst>
            <pc:docMk/>
            <pc:sldMk cId="1675095142" sldId="257"/>
            <ac:spMk id="1054" creationId="{5C3C901A-B2F4-4A3C-BCDD-7C8D587ECA2E}"/>
          </ac:spMkLst>
        </pc:spChg>
        <pc:spChg chg="add">
          <ac:chgData name="Reza Shomalnasab" userId="163fbca8-c788-4f15-86b0-97dacaa96789" providerId="ADAL" clId="{AD2F1AA3-7E5E-4932-A289-711C4DDBDF2C}" dt="2023-07-31T21:19:34.287" v="1304" actId="26606"/>
          <ac:spMkLst>
            <pc:docMk/>
            <pc:sldMk cId="1675095142" sldId="257"/>
            <ac:spMk id="1056" creationId="{9D8233B0-41B5-4D9A-AEEC-13DB66A8C9B5}"/>
          </ac:spMkLst>
        </pc:spChg>
        <pc:spChg chg="add">
          <ac:chgData name="Reza Shomalnasab" userId="163fbca8-c788-4f15-86b0-97dacaa96789" providerId="ADAL" clId="{AD2F1AA3-7E5E-4932-A289-711C4DDBDF2C}" dt="2023-07-31T21:19:34.287" v="1304" actId="26606"/>
          <ac:spMkLst>
            <pc:docMk/>
            <pc:sldMk cId="1675095142" sldId="257"/>
            <ac:spMk id="1059" creationId="{E659831F-0D9A-4C63-9EBB-8435B85A440F}"/>
          </ac:spMkLst>
        </pc:spChg>
        <pc:grpChg chg="add del">
          <ac:chgData name="Reza Shomalnasab" userId="163fbca8-c788-4f15-86b0-97dacaa96789" providerId="ADAL" clId="{AD2F1AA3-7E5E-4932-A289-711C4DDBDF2C}" dt="2023-07-31T21:19:19.453" v="1295" actId="26606"/>
          <ac:grpSpMkLst>
            <pc:docMk/>
            <pc:sldMk cId="1675095142" sldId="257"/>
            <ac:grpSpMk id="1033" creationId="{65167ED7-6315-43AB-B1B6-C326D5FD8F84}"/>
          </ac:grpSpMkLst>
        </pc:grpChg>
        <pc:grpChg chg="add del">
          <ac:chgData name="Reza Shomalnasab" userId="163fbca8-c788-4f15-86b0-97dacaa96789" providerId="ADAL" clId="{AD2F1AA3-7E5E-4932-A289-711C4DDBDF2C}" dt="2023-07-31T21:19:25.413" v="1297" actId="26606"/>
          <ac:grpSpMkLst>
            <pc:docMk/>
            <pc:sldMk cId="1675095142" sldId="257"/>
            <ac:grpSpMk id="1040" creationId="{28FAF094-D087-493F-8DF9-A486C2D6BBAA}"/>
          </ac:grpSpMkLst>
        </pc:grpChg>
        <pc:grpChg chg="add">
          <ac:chgData name="Reza Shomalnasab" userId="163fbca8-c788-4f15-86b0-97dacaa96789" providerId="ADAL" clId="{AD2F1AA3-7E5E-4932-A289-711C4DDBDF2C}" dt="2023-07-31T21:19:34.287" v="1304" actId="26606"/>
          <ac:grpSpMkLst>
            <pc:docMk/>
            <pc:sldMk cId="1675095142" sldId="257"/>
            <ac:grpSpMk id="1057" creationId="{28FAF094-D087-493F-8DF9-A486C2D6BBAA}"/>
          </ac:grpSpMkLst>
        </pc:grpChg>
        <pc:picChg chg="add mod">
          <ac:chgData name="Reza Shomalnasab" userId="163fbca8-c788-4f15-86b0-97dacaa96789" providerId="ADAL" clId="{AD2F1AA3-7E5E-4932-A289-711C4DDBDF2C}" dt="2023-07-31T21:30:10.819" v="1372" actId="1076"/>
          <ac:picMkLst>
            <pc:docMk/>
            <pc:sldMk cId="1675095142" sldId="257"/>
            <ac:picMk id="1026" creationId="{0B4E81DD-542A-63CB-B2EB-5F8760C3CAFB}"/>
          </ac:picMkLst>
        </pc:picChg>
        <pc:picChg chg="add del">
          <ac:chgData name="Reza Shomalnasab" userId="163fbca8-c788-4f15-86b0-97dacaa96789" providerId="ADAL" clId="{AD2F1AA3-7E5E-4932-A289-711C4DDBDF2C}" dt="2023-07-31T21:19:27.352" v="1301" actId="26606"/>
          <ac:picMkLst>
            <pc:docMk/>
            <pc:sldMk cId="1675095142" sldId="257"/>
            <ac:picMk id="1035" creationId="{B0DAC8FB-A162-44E3-A606-C855A03A5B09}"/>
          </ac:picMkLst>
        </pc:picChg>
      </pc:sldChg>
      <pc:sldChg chg="addSp delSp modSp new mod setBg">
        <pc:chgData name="Reza Shomalnasab" userId="163fbca8-c788-4f15-86b0-97dacaa96789" providerId="ADAL" clId="{AD2F1AA3-7E5E-4932-A289-711C4DDBDF2C}" dt="2023-08-22T13:05:33.590" v="1422" actId="20577"/>
        <pc:sldMkLst>
          <pc:docMk/>
          <pc:sldMk cId="1830864174" sldId="258"/>
        </pc:sldMkLst>
        <pc:spChg chg="mod">
          <ac:chgData name="Reza Shomalnasab" userId="163fbca8-c788-4f15-86b0-97dacaa96789" providerId="ADAL" clId="{AD2F1AA3-7E5E-4932-A289-711C4DDBDF2C}" dt="2023-08-22T13:05:33.590" v="1422" actId="20577"/>
          <ac:spMkLst>
            <pc:docMk/>
            <pc:sldMk cId="1830864174" sldId="258"/>
            <ac:spMk id="2" creationId="{35EF0203-A0EA-22DF-E2C2-B6D3ED2FC613}"/>
          </ac:spMkLst>
        </pc:spChg>
        <pc:spChg chg="mod">
          <ac:chgData name="Reza Shomalnasab" userId="163fbca8-c788-4f15-86b0-97dacaa96789" providerId="ADAL" clId="{AD2F1AA3-7E5E-4932-A289-711C4DDBDF2C}" dt="2023-07-31T21:30:31.478" v="1377" actId="403"/>
          <ac:spMkLst>
            <pc:docMk/>
            <pc:sldMk cId="1830864174" sldId="258"/>
            <ac:spMk id="3" creationId="{E072DC5B-6628-CCFE-A445-19EB106B8B0C}"/>
          </ac:spMkLst>
        </pc:spChg>
        <pc:spChg chg="del">
          <ac:chgData name="Reza Shomalnasab" userId="163fbca8-c788-4f15-86b0-97dacaa96789" providerId="ADAL" clId="{AD2F1AA3-7E5E-4932-A289-711C4DDBDF2C}" dt="2023-07-31T20:32:28.211" v="782"/>
          <ac:spMkLst>
            <pc:docMk/>
            <pc:sldMk cId="1830864174" sldId="258"/>
            <ac:spMk id="4" creationId="{9B5FA4B6-C111-DD7A-44EC-846843D18FCD}"/>
          </ac:spMkLst>
        </pc:spChg>
        <pc:spChg chg="del">
          <ac:chgData name="Reza Shomalnasab" userId="163fbca8-c788-4f15-86b0-97dacaa96789" providerId="ADAL" clId="{AD2F1AA3-7E5E-4932-A289-711C4DDBDF2C}" dt="2023-07-31T20:32:28.211" v="782"/>
          <ac:spMkLst>
            <pc:docMk/>
            <pc:sldMk cId="1830864174" sldId="258"/>
            <ac:spMk id="5" creationId="{39892BFE-3564-3E6A-9F68-53640A14898D}"/>
          </ac:spMkLst>
        </pc:spChg>
        <pc:spChg chg="mod">
          <ac:chgData name="Reza Shomalnasab" userId="163fbca8-c788-4f15-86b0-97dacaa96789" providerId="ADAL" clId="{AD2F1AA3-7E5E-4932-A289-711C4DDBDF2C}" dt="2023-07-31T21:20:43.317" v="1309" actId="26606"/>
          <ac:spMkLst>
            <pc:docMk/>
            <pc:sldMk cId="1830864174" sldId="258"/>
            <ac:spMk id="6" creationId="{CCCA0177-B869-C7B3-55AD-015C107CF929}"/>
          </ac:spMkLst>
        </pc:spChg>
        <pc:spChg chg="add mod">
          <ac:chgData name="Reza Shomalnasab" userId="163fbca8-c788-4f15-86b0-97dacaa96789" providerId="ADAL" clId="{AD2F1AA3-7E5E-4932-A289-711C4DDBDF2C}" dt="2023-07-31T21:30:43.776" v="1378" actId="403"/>
          <ac:spMkLst>
            <pc:docMk/>
            <pc:sldMk cId="1830864174" sldId="258"/>
            <ac:spMk id="8" creationId="{7DBA638D-1F7D-E9D8-50B0-3BF23070380E}"/>
          </ac:spMkLst>
        </pc:spChg>
        <pc:spChg chg="add mod">
          <ac:chgData name="Reza Shomalnasab" userId="163fbca8-c788-4f15-86b0-97dacaa96789" providerId="ADAL" clId="{AD2F1AA3-7E5E-4932-A289-711C4DDBDF2C}" dt="2023-07-31T21:31:15.838" v="1382" actId="1076"/>
          <ac:spMkLst>
            <pc:docMk/>
            <pc:sldMk cId="1830864174" sldId="258"/>
            <ac:spMk id="10" creationId="{0BB4C300-08C7-CA43-A0E7-3B49C8BFBA90}"/>
          </ac:spMkLst>
        </pc:spChg>
        <pc:spChg chg="add mod">
          <ac:chgData name="Reza Shomalnasab" userId="163fbca8-c788-4f15-86b0-97dacaa96789" providerId="ADAL" clId="{AD2F1AA3-7E5E-4932-A289-711C4DDBDF2C}" dt="2023-07-31T21:31:21.359" v="1384" actId="1076"/>
          <ac:spMkLst>
            <pc:docMk/>
            <pc:sldMk cId="1830864174" sldId="258"/>
            <ac:spMk id="12" creationId="{FFC26AA6-9D8F-120B-737B-A230EB83E124}"/>
          </ac:spMkLst>
        </pc:spChg>
        <pc:spChg chg="add mod">
          <ac:chgData name="Reza Shomalnasab" userId="163fbca8-c788-4f15-86b0-97dacaa96789" providerId="ADAL" clId="{AD2F1AA3-7E5E-4932-A289-711C4DDBDF2C}" dt="2023-07-31T21:31:26.811" v="1385" actId="14100"/>
          <ac:spMkLst>
            <pc:docMk/>
            <pc:sldMk cId="1830864174" sldId="258"/>
            <ac:spMk id="14" creationId="{D7703DDE-D596-7D29-8BD1-1ADE321FCC35}"/>
          </ac:spMkLst>
        </pc:spChg>
        <pc:spChg chg="add mod">
          <ac:chgData name="Reza Shomalnasab" userId="163fbca8-c788-4f15-86b0-97dacaa96789" providerId="ADAL" clId="{AD2F1AA3-7E5E-4932-A289-711C4DDBDF2C}" dt="2023-07-31T21:31:18.096" v="1383" actId="1076"/>
          <ac:spMkLst>
            <pc:docMk/>
            <pc:sldMk cId="1830864174" sldId="258"/>
            <ac:spMk id="16" creationId="{0DC3197E-9785-9554-C694-83C90691C220}"/>
          </ac:spMkLst>
        </pc:spChg>
        <pc:spChg chg="add">
          <ac:chgData name="Reza Shomalnasab" userId="163fbca8-c788-4f15-86b0-97dacaa96789" providerId="ADAL" clId="{AD2F1AA3-7E5E-4932-A289-711C4DDBDF2C}" dt="2023-07-31T21:20:43.317" v="1309" actId="26606"/>
          <ac:spMkLst>
            <pc:docMk/>
            <pc:sldMk cId="1830864174" sldId="258"/>
            <ac:spMk id="18" creationId="{0DEDCC5D-8B8A-40DB-BE90-A3AA27C64A78}"/>
          </ac:spMkLst>
        </pc:spChg>
        <pc:spChg chg="add del">
          <ac:chgData name="Reza Shomalnasab" userId="163fbca8-c788-4f15-86b0-97dacaa96789" providerId="ADAL" clId="{AD2F1AA3-7E5E-4932-A289-711C4DDBDF2C}" dt="2023-07-31T21:20:22.651" v="1308" actId="26606"/>
          <ac:spMkLst>
            <pc:docMk/>
            <pc:sldMk cId="1830864174" sldId="258"/>
            <ac:spMk id="21" creationId="{9D8233B0-41B5-4D9A-AEEC-13DB66A8C9B5}"/>
          </ac:spMkLst>
        </pc:spChg>
        <pc:spChg chg="add">
          <ac:chgData name="Reza Shomalnasab" userId="163fbca8-c788-4f15-86b0-97dacaa96789" providerId="ADAL" clId="{AD2F1AA3-7E5E-4932-A289-711C4DDBDF2C}" dt="2023-07-31T21:20:43.317" v="1309" actId="26606"/>
          <ac:spMkLst>
            <pc:docMk/>
            <pc:sldMk cId="1830864174" sldId="258"/>
            <ac:spMk id="26" creationId="{CBC4F608-B4B8-48C3-9572-C0F061B1CD99}"/>
          </ac:spMkLst>
        </pc:spChg>
        <pc:spChg chg="add del">
          <ac:chgData name="Reza Shomalnasab" userId="163fbca8-c788-4f15-86b0-97dacaa96789" providerId="ADAL" clId="{AD2F1AA3-7E5E-4932-A289-711C4DDBDF2C}" dt="2023-07-31T21:20:22.651" v="1308" actId="26606"/>
          <ac:spMkLst>
            <pc:docMk/>
            <pc:sldMk cId="1830864174" sldId="258"/>
            <ac:spMk id="27" creationId="{E659831F-0D9A-4C63-9EBB-8435B85A440F}"/>
          </ac:spMkLst>
        </pc:spChg>
        <pc:grpChg chg="add">
          <ac:chgData name="Reza Shomalnasab" userId="163fbca8-c788-4f15-86b0-97dacaa96789" providerId="ADAL" clId="{AD2F1AA3-7E5E-4932-A289-711C4DDBDF2C}" dt="2023-07-31T21:20:43.317" v="1309" actId="26606"/>
          <ac:grpSpMkLst>
            <pc:docMk/>
            <pc:sldMk cId="1830864174" sldId="258"/>
            <ac:grpSpMk id="19" creationId="{65167ED7-6315-43AB-B1B6-C326D5FD8F84}"/>
          </ac:grpSpMkLst>
        </pc:grpChg>
        <pc:grpChg chg="add del">
          <ac:chgData name="Reza Shomalnasab" userId="163fbca8-c788-4f15-86b0-97dacaa96789" providerId="ADAL" clId="{AD2F1AA3-7E5E-4932-A289-711C4DDBDF2C}" dt="2023-07-31T21:20:22.651" v="1308" actId="26606"/>
          <ac:grpSpMkLst>
            <pc:docMk/>
            <pc:sldMk cId="1830864174" sldId="258"/>
            <ac:grpSpMk id="23" creationId="{28FAF094-D087-493F-8DF9-A486C2D6BBAA}"/>
          </ac:grpSpMkLst>
        </pc:grpChg>
      </pc:sldChg>
      <pc:sldChg chg="addSp delSp modSp new mod setBg">
        <pc:chgData name="Reza Shomalnasab" userId="163fbca8-c788-4f15-86b0-97dacaa96789" providerId="ADAL" clId="{AD2F1AA3-7E5E-4932-A289-711C4DDBDF2C}" dt="2023-07-31T21:31:56.198" v="1391" actId="404"/>
        <pc:sldMkLst>
          <pc:docMk/>
          <pc:sldMk cId="1378865637" sldId="259"/>
        </pc:sldMkLst>
        <pc:spChg chg="mod">
          <ac:chgData name="Reza Shomalnasab" userId="163fbca8-c788-4f15-86b0-97dacaa96789" providerId="ADAL" clId="{AD2F1AA3-7E5E-4932-A289-711C4DDBDF2C}" dt="2023-07-31T21:20:53.012" v="1310" actId="26606"/>
          <ac:spMkLst>
            <pc:docMk/>
            <pc:sldMk cId="1378865637" sldId="259"/>
            <ac:spMk id="2" creationId="{602202A5-F941-DFE8-75B2-E67161B13CC3}"/>
          </ac:spMkLst>
        </pc:spChg>
        <pc:spChg chg="mod">
          <ac:chgData name="Reza Shomalnasab" userId="163fbca8-c788-4f15-86b0-97dacaa96789" providerId="ADAL" clId="{AD2F1AA3-7E5E-4932-A289-711C4DDBDF2C}" dt="2023-07-31T21:31:56.198" v="1391" actId="404"/>
          <ac:spMkLst>
            <pc:docMk/>
            <pc:sldMk cId="1378865637" sldId="259"/>
            <ac:spMk id="3" creationId="{F04ADF00-48FD-325C-F503-81F784C33796}"/>
          </ac:spMkLst>
        </pc:spChg>
        <pc:spChg chg="del mod">
          <ac:chgData name="Reza Shomalnasab" userId="163fbca8-c788-4f15-86b0-97dacaa96789" providerId="ADAL" clId="{AD2F1AA3-7E5E-4932-A289-711C4DDBDF2C}" dt="2023-07-31T20:32:31.135" v="788"/>
          <ac:spMkLst>
            <pc:docMk/>
            <pc:sldMk cId="1378865637" sldId="259"/>
            <ac:spMk id="4" creationId="{0FF9809F-1FB4-CEF2-E505-DB5399642B5C}"/>
          </ac:spMkLst>
        </pc:spChg>
        <pc:spChg chg="del">
          <ac:chgData name="Reza Shomalnasab" userId="163fbca8-c788-4f15-86b0-97dacaa96789" providerId="ADAL" clId="{AD2F1AA3-7E5E-4932-A289-711C4DDBDF2C}" dt="2023-07-31T20:32:28.211" v="782"/>
          <ac:spMkLst>
            <pc:docMk/>
            <pc:sldMk cId="1378865637" sldId="259"/>
            <ac:spMk id="5" creationId="{91BB8EEA-30B2-BBBB-E00A-8B5036AD947D}"/>
          </ac:spMkLst>
        </pc:spChg>
        <pc:spChg chg="mod">
          <ac:chgData name="Reza Shomalnasab" userId="163fbca8-c788-4f15-86b0-97dacaa96789" providerId="ADAL" clId="{AD2F1AA3-7E5E-4932-A289-711C4DDBDF2C}" dt="2023-07-31T21:20:53.012" v="1310" actId="26606"/>
          <ac:spMkLst>
            <pc:docMk/>
            <pc:sldMk cId="1378865637" sldId="259"/>
            <ac:spMk id="6" creationId="{63214C0D-74AC-60C8-3754-028B938ACB2A}"/>
          </ac:spMkLst>
        </pc:spChg>
        <pc:spChg chg="add">
          <ac:chgData name="Reza Shomalnasab" userId="163fbca8-c788-4f15-86b0-97dacaa96789" providerId="ADAL" clId="{AD2F1AA3-7E5E-4932-A289-711C4DDBDF2C}" dt="2023-07-31T21:20:53.012" v="1310" actId="26606"/>
          <ac:spMkLst>
            <pc:docMk/>
            <pc:sldMk cId="1378865637" sldId="259"/>
            <ac:spMk id="8" creationId="{8B9AA7C6-5E5A-498E-A6DF-A943376E09BC}"/>
          </ac:spMkLst>
        </pc:spChg>
        <pc:spChg chg="add">
          <ac:chgData name="Reza Shomalnasab" userId="163fbca8-c788-4f15-86b0-97dacaa96789" providerId="ADAL" clId="{AD2F1AA3-7E5E-4932-A289-711C4DDBDF2C}" dt="2023-07-31T21:20:53.012" v="1310" actId="26606"/>
          <ac:spMkLst>
            <pc:docMk/>
            <pc:sldMk cId="1378865637" sldId="259"/>
            <ac:spMk id="10" creationId="{81E140AE-0ABF-47C8-BF32-7D2F0CF2BA44}"/>
          </ac:spMkLst>
        </pc:spChg>
        <pc:spChg chg="add del">
          <ac:chgData name="Reza Shomalnasab" userId="163fbca8-c788-4f15-86b0-97dacaa96789" providerId="ADAL" clId="{AD2F1AA3-7E5E-4932-A289-711C4DDBDF2C}" dt="2023-07-31T21:20:21.539" v="1307" actId="26606"/>
          <ac:spMkLst>
            <pc:docMk/>
            <pc:sldMk cId="1378865637" sldId="259"/>
            <ac:spMk id="11" creationId="{8B9AA7C6-5E5A-498E-A6DF-A943376E09BC}"/>
          </ac:spMkLst>
        </pc:spChg>
        <pc:spChg chg="add">
          <ac:chgData name="Reza Shomalnasab" userId="163fbca8-c788-4f15-86b0-97dacaa96789" providerId="ADAL" clId="{AD2F1AA3-7E5E-4932-A289-711C4DDBDF2C}" dt="2023-07-31T21:20:53.012" v="1310" actId="26606"/>
          <ac:spMkLst>
            <pc:docMk/>
            <pc:sldMk cId="1378865637" sldId="259"/>
            <ac:spMk id="12" creationId="{CBC4F608-B4B8-48C3-9572-C0F061B1CD99}"/>
          </ac:spMkLst>
        </pc:spChg>
        <pc:spChg chg="add del">
          <ac:chgData name="Reza Shomalnasab" userId="163fbca8-c788-4f15-86b0-97dacaa96789" providerId="ADAL" clId="{AD2F1AA3-7E5E-4932-A289-711C4DDBDF2C}" dt="2023-07-31T21:20:21.539" v="1307" actId="26606"/>
          <ac:spMkLst>
            <pc:docMk/>
            <pc:sldMk cId="1378865637" sldId="259"/>
            <ac:spMk id="17" creationId="{81E140AE-0ABF-47C8-BF32-7D2F0CF2BA44}"/>
          </ac:spMkLst>
        </pc:spChg>
        <pc:spChg chg="add del">
          <ac:chgData name="Reza Shomalnasab" userId="163fbca8-c788-4f15-86b0-97dacaa96789" providerId="ADAL" clId="{AD2F1AA3-7E5E-4932-A289-711C4DDBDF2C}" dt="2023-07-31T21:20:21.539" v="1307" actId="26606"/>
          <ac:spMkLst>
            <pc:docMk/>
            <pc:sldMk cId="1378865637" sldId="259"/>
            <ac:spMk id="19" creationId="{CBC4F608-B4B8-48C3-9572-C0F061B1CD99}"/>
          </ac:spMkLst>
        </pc:spChg>
        <pc:grpChg chg="add">
          <ac:chgData name="Reza Shomalnasab" userId="163fbca8-c788-4f15-86b0-97dacaa96789" providerId="ADAL" clId="{AD2F1AA3-7E5E-4932-A289-711C4DDBDF2C}" dt="2023-07-31T21:20:53.012" v="1310" actId="26606"/>
          <ac:grpSpMkLst>
            <pc:docMk/>
            <pc:sldMk cId="1378865637" sldId="259"/>
            <ac:grpSpMk id="9" creationId="{83EAB11A-76F7-48F4-9B4F-5BFDF4BF9670}"/>
          </ac:grpSpMkLst>
        </pc:grpChg>
        <pc:grpChg chg="add del">
          <ac:chgData name="Reza Shomalnasab" userId="163fbca8-c788-4f15-86b0-97dacaa96789" providerId="ADAL" clId="{AD2F1AA3-7E5E-4932-A289-711C4DDBDF2C}" dt="2023-07-31T21:20:21.539" v="1307" actId="26606"/>
          <ac:grpSpMkLst>
            <pc:docMk/>
            <pc:sldMk cId="1378865637" sldId="259"/>
            <ac:grpSpMk id="13" creationId="{83EAB11A-76F7-48F4-9B4F-5BFDF4BF9670}"/>
          </ac:grpSpMkLst>
        </pc:grpChg>
      </pc:sldChg>
      <pc:sldChg chg="addSp delSp modSp new mod setBg addAnim delAnim modAnim">
        <pc:chgData name="Reza Shomalnasab" userId="163fbca8-c788-4f15-86b0-97dacaa96789" providerId="ADAL" clId="{AD2F1AA3-7E5E-4932-A289-711C4DDBDF2C}" dt="2023-08-22T13:02:17.188" v="1417" actId="403"/>
        <pc:sldMkLst>
          <pc:docMk/>
          <pc:sldMk cId="134915009" sldId="260"/>
        </pc:sldMkLst>
        <pc:spChg chg="mod">
          <ac:chgData name="Reza Shomalnasab" userId="163fbca8-c788-4f15-86b0-97dacaa96789" providerId="ADAL" clId="{AD2F1AA3-7E5E-4932-A289-711C4DDBDF2C}" dt="2023-07-31T21:27:23.837" v="1354" actId="1076"/>
          <ac:spMkLst>
            <pc:docMk/>
            <pc:sldMk cId="134915009" sldId="260"/>
            <ac:spMk id="2" creationId="{573E2844-8D19-D9F4-5DD8-5C8EF69AA853}"/>
          </ac:spMkLst>
        </pc:spChg>
        <pc:spChg chg="mod ord">
          <ac:chgData name="Reza Shomalnasab" userId="163fbca8-c788-4f15-86b0-97dacaa96789" providerId="ADAL" clId="{AD2F1AA3-7E5E-4932-A289-711C4DDBDF2C}" dt="2023-08-22T13:02:17.188" v="1417" actId="403"/>
          <ac:spMkLst>
            <pc:docMk/>
            <pc:sldMk cId="134915009" sldId="260"/>
            <ac:spMk id="3" creationId="{DC529B2C-17A3-9510-4DAC-D848E836BDDD}"/>
          </ac:spMkLst>
        </pc:spChg>
        <pc:spChg chg="mod ord">
          <ac:chgData name="Reza Shomalnasab" userId="163fbca8-c788-4f15-86b0-97dacaa96789" providerId="ADAL" clId="{AD2F1AA3-7E5E-4932-A289-711C4DDBDF2C}" dt="2023-07-31T21:25:44.971" v="1346" actId="26606"/>
          <ac:spMkLst>
            <pc:docMk/>
            <pc:sldMk cId="134915009" sldId="260"/>
            <ac:spMk id="4" creationId="{6701C5B2-4D71-8916-E65E-876516B525EB}"/>
          </ac:spMkLst>
        </pc:spChg>
        <pc:spChg chg="add del">
          <ac:chgData name="Reza Shomalnasab" userId="163fbca8-c788-4f15-86b0-97dacaa96789" providerId="ADAL" clId="{AD2F1AA3-7E5E-4932-A289-711C4DDBDF2C}" dt="2023-07-31T21:24:18.266" v="1326" actId="26606"/>
          <ac:spMkLst>
            <pc:docMk/>
            <pc:sldMk cId="134915009" sldId="260"/>
            <ac:spMk id="7" creationId="{54A6836E-C603-43CB-9DA7-89D8E3FA3838}"/>
          </ac:spMkLst>
        </pc:spChg>
        <pc:spChg chg="add del">
          <ac:chgData name="Reza Shomalnasab" userId="163fbca8-c788-4f15-86b0-97dacaa96789" providerId="ADAL" clId="{AD2F1AA3-7E5E-4932-A289-711C4DDBDF2C}" dt="2023-07-31T21:23:37.149" v="1324" actId="26606"/>
          <ac:spMkLst>
            <pc:docMk/>
            <pc:sldMk cId="134915009" sldId="260"/>
            <ac:spMk id="9" creationId="{943CAA20-3569-4189-9E48-239A229A86CA}"/>
          </ac:spMkLst>
        </pc:spChg>
        <pc:spChg chg="add del">
          <ac:chgData name="Reza Shomalnasab" userId="163fbca8-c788-4f15-86b0-97dacaa96789" providerId="ADAL" clId="{AD2F1AA3-7E5E-4932-A289-711C4DDBDF2C}" dt="2023-07-31T21:23:37.149" v="1324" actId="26606"/>
          <ac:spMkLst>
            <pc:docMk/>
            <pc:sldMk cId="134915009" sldId="260"/>
            <ac:spMk id="11" creationId="{DA542B6D-E775-4832-91DC-2D20F857813A}"/>
          </ac:spMkLst>
        </pc:spChg>
        <pc:spChg chg="add del">
          <ac:chgData name="Reza Shomalnasab" userId="163fbca8-c788-4f15-86b0-97dacaa96789" providerId="ADAL" clId="{AD2F1AA3-7E5E-4932-A289-711C4DDBDF2C}" dt="2023-07-31T21:22:25.765" v="1321" actId="26606"/>
          <ac:spMkLst>
            <pc:docMk/>
            <pc:sldMk cId="134915009" sldId="260"/>
            <ac:spMk id="14" creationId="{430A7F92-BF0F-4E3D-A395-CCC0363ACE6A}"/>
          </ac:spMkLst>
        </pc:spChg>
        <pc:spChg chg="add">
          <ac:chgData name="Reza Shomalnasab" userId="163fbca8-c788-4f15-86b0-97dacaa96789" providerId="ADAL" clId="{AD2F1AA3-7E5E-4932-A289-711C4DDBDF2C}" dt="2023-07-31T21:25:44.971" v="1346" actId="26606"/>
          <ac:spMkLst>
            <pc:docMk/>
            <pc:sldMk cId="134915009" sldId="260"/>
            <ac:spMk id="16" creationId="{D5B0017B-2ECA-49AF-B397-DC140825DF8D}"/>
          </ac:spMkLst>
        </pc:spChg>
        <pc:spChg chg="add del">
          <ac:chgData name="Reza Shomalnasab" userId="163fbca8-c788-4f15-86b0-97dacaa96789" providerId="ADAL" clId="{AD2F1AA3-7E5E-4932-A289-711C4DDBDF2C}" dt="2023-07-31T21:21:08.123" v="1313" actId="26606"/>
          <ac:spMkLst>
            <pc:docMk/>
            <pc:sldMk cId="134915009" sldId="260"/>
            <ac:spMk id="17" creationId="{153860BD-2B77-4099-8348-E7AB857CDF6C}"/>
          </ac:spMkLst>
        </pc:spChg>
        <pc:spChg chg="add del">
          <ac:chgData name="Reza Shomalnasab" userId="163fbca8-c788-4f15-86b0-97dacaa96789" providerId="ADAL" clId="{AD2F1AA3-7E5E-4932-A289-711C4DDBDF2C}" dt="2023-07-31T21:24:18.266" v="1326" actId="26606"/>
          <ac:spMkLst>
            <pc:docMk/>
            <pc:sldMk cId="134915009" sldId="260"/>
            <ac:spMk id="18" creationId="{296007DD-F9BF-4F0F-B8C6-C514B2841971}"/>
          </ac:spMkLst>
        </pc:spChg>
        <pc:spChg chg="add del">
          <ac:chgData name="Reza Shomalnasab" userId="163fbca8-c788-4f15-86b0-97dacaa96789" providerId="ADAL" clId="{AD2F1AA3-7E5E-4932-A289-711C4DDBDF2C}" dt="2023-07-31T21:21:08.123" v="1313" actId="26606"/>
          <ac:spMkLst>
            <pc:docMk/>
            <pc:sldMk cId="134915009" sldId="260"/>
            <ac:spMk id="19" creationId="{95C8260E-968F-44E8-A823-ABB431311926}"/>
          </ac:spMkLst>
        </pc:spChg>
        <pc:spChg chg="add">
          <ac:chgData name="Reza Shomalnasab" userId="163fbca8-c788-4f15-86b0-97dacaa96789" providerId="ADAL" clId="{AD2F1AA3-7E5E-4932-A289-711C4DDBDF2C}" dt="2023-07-31T21:25:44.971" v="1346" actId="26606"/>
          <ac:spMkLst>
            <pc:docMk/>
            <pc:sldMk cId="134915009" sldId="260"/>
            <ac:spMk id="20" creationId="{B6CDA21F-E7AF-4C75-8395-33F58D5B0E45}"/>
          </ac:spMkLst>
        </pc:spChg>
        <pc:spChg chg="add del">
          <ac:chgData name="Reza Shomalnasab" userId="163fbca8-c788-4f15-86b0-97dacaa96789" providerId="ADAL" clId="{AD2F1AA3-7E5E-4932-A289-711C4DDBDF2C}" dt="2023-07-31T21:21:08.123" v="1313" actId="26606"/>
          <ac:spMkLst>
            <pc:docMk/>
            <pc:sldMk cId="134915009" sldId="260"/>
            <ac:spMk id="21" creationId="{2C1BBA94-3F40-40AA-8BB9-E69E25E537C1}"/>
          </ac:spMkLst>
        </pc:spChg>
        <pc:spChg chg="add del">
          <ac:chgData name="Reza Shomalnasab" userId="163fbca8-c788-4f15-86b0-97dacaa96789" providerId="ADAL" clId="{AD2F1AA3-7E5E-4932-A289-711C4DDBDF2C}" dt="2023-07-31T21:21:08.123" v="1313" actId="26606"/>
          <ac:spMkLst>
            <pc:docMk/>
            <pc:sldMk cId="134915009" sldId="260"/>
            <ac:spMk id="23" creationId="{FE43805F-24A6-46A4-B19B-54F28347355C}"/>
          </ac:spMkLst>
        </pc:spChg>
        <pc:spChg chg="add del">
          <ac:chgData name="Reza Shomalnasab" userId="163fbca8-c788-4f15-86b0-97dacaa96789" providerId="ADAL" clId="{AD2F1AA3-7E5E-4932-A289-711C4DDBDF2C}" dt="2023-07-31T21:22:25.765" v="1321" actId="26606"/>
          <ac:spMkLst>
            <pc:docMk/>
            <pc:sldMk cId="134915009" sldId="260"/>
            <ac:spMk id="24" creationId="{D5B0017B-2ECA-49AF-B397-DC140825DF8D}"/>
          </ac:spMkLst>
        </pc:spChg>
        <pc:spChg chg="add del">
          <ac:chgData name="Reza Shomalnasab" userId="163fbca8-c788-4f15-86b0-97dacaa96789" providerId="ADAL" clId="{AD2F1AA3-7E5E-4932-A289-711C4DDBDF2C}" dt="2023-07-31T21:25:22.400" v="1345" actId="26606"/>
          <ac:spMkLst>
            <pc:docMk/>
            <pc:sldMk cId="134915009" sldId="260"/>
            <ac:spMk id="33" creationId="{934F1179-B481-4F9E-BCA3-AFB972070F83}"/>
          </ac:spMkLst>
        </pc:spChg>
        <pc:spChg chg="add del">
          <ac:chgData name="Reza Shomalnasab" userId="163fbca8-c788-4f15-86b0-97dacaa96789" providerId="ADAL" clId="{AD2F1AA3-7E5E-4932-A289-711C4DDBDF2C}" dt="2023-07-31T21:25:22.400" v="1345" actId="26606"/>
          <ac:spMkLst>
            <pc:docMk/>
            <pc:sldMk cId="134915009" sldId="260"/>
            <ac:spMk id="34" creationId="{827DC2C4-B485-428A-BF4A-472D2967F47F}"/>
          </ac:spMkLst>
        </pc:spChg>
        <pc:spChg chg="add del">
          <ac:chgData name="Reza Shomalnasab" userId="163fbca8-c788-4f15-86b0-97dacaa96789" providerId="ADAL" clId="{AD2F1AA3-7E5E-4932-A289-711C4DDBDF2C}" dt="2023-07-31T21:25:22.400" v="1345" actId="26606"/>
          <ac:spMkLst>
            <pc:docMk/>
            <pc:sldMk cId="134915009" sldId="260"/>
            <ac:spMk id="35" creationId="{EE04B5EB-F158-4507-90DD-BD23620C7CC9}"/>
          </ac:spMkLst>
        </pc:spChg>
        <pc:grpChg chg="add del">
          <ac:chgData name="Reza Shomalnasab" userId="163fbca8-c788-4f15-86b0-97dacaa96789" providerId="ADAL" clId="{AD2F1AA3-7E5E-4932-A289-711C4DDBDF2C}" dt="2023-07-31T21:24:18.266" v="1326" actId="26606"/>
          <ac:grpSpMkLst>
            <pc:docMk/>
            <pc:sldMk cId="134915009" sldId="260"/>
            <ac:grpSpMk id="13" creationId="{8A0FAFCA-5C96-453B-83B7-A9AEF7F18960}"/>
          </ac:grpSpMkLst>
        </pc:grpChg>
        <pc:grpChg chg="add del">
          <ac:chgData name="Reza Shomalnasab" userId="163fbca8-c788-4f15-86b0-97dacaa96789" providerId="ADAL" clId="{AD2F1AA3-7E5E-4932-A289-711C4DDBDF2C}" dt="2023-07-31T21:22:25.765" v="1321" actId="26606"/>
          <ac:grpSpMkLst>
            <pc:docMk/>
            <pc:sldMk cId="134915009" sldId="260"/>
            <ac:grpSpMk id="15" creationId="{AE1C45F0-260A-458C-96ED-C1F6D2151219}"/>
          </ac:grpSpMkLst>
        </pc:grpChg>
        <pc:grpChg chg="add">
          <ac:chgData name="Reza Shomalnasab" userId="163fbca8-c788-4f15-86b0-97dacaa96789" providerId="ADAL" clId="{AD2F1AA3-7E5E-4932-A289-711C4DDBDF2C}" dt="2023-07-31T21:25:44.971" v="1346" actId="26606"/>
          <ac:grpSpMkLst>
            <pc:docMk/>
            <pc:sldMk cId="134915009" sldId="260"/>
            <ac:grpSpMk id="22" creationId="{AE1C45F0-260A-458C-96ED-C1F6D2151219}"/>
          </ac:grpSpMkLst>
        </pc:grpChg>
        <pc:grpChg chg="add del">
          <ac:chgData name="Reza Shomalnasab" userId="163fbca8-c788-4f15-86b0-97dacaa96789" providerId="ADAL" clId="{AD2F1AA3-7E5E-4932-A289-711C4DDBDF2C}" dt="2023-07-31T21:24:18.266" v="1326" actId="26606"/>
          <ac:grpSpMkLst>
            <pc:docMk/>
            <pc:sldMk cId="134915009" sldId="260"/>
            <ac:grpSpMk id="29" creationId="{CD0398DD-AD75-4E2B-A3C6-35073082A8B4}"/>
          </ac:grpSpMkLst>
        </pc:grpChg>
        <pc:picChg chg="add del mod">
          <ac:chgData name="Reza Shomalnasab" userId="163fbca8-c788-4f15-86b0-97dacaa96789" providerId="ADAL" clId="{AD2F1AA3-7E5E-4932-A289-711C4DDBDF2C}" dt="2023-07-31T21:23:09.628" v="1322" actId="21"/>
          <ac:picMkLst>
            <pc:docMk/>
            <pc:sldMk cId="134915009" sldId="260"/>
            <ac:picMk id="6" creationId="{522BD213-FC64-70D9-6FE1-7E90D40DE57E}"/>
          </ac:picMkLst>
        </pc:picChg>
        <pc:picChg chg="add del mod ord">
          <ac:chgData name="Reza Shomalnasab" userId="163fbca8-c788-4f15-86b0-97dacaa96789" providerId="ADAL" clId="{AD2F1AA3-7E5E-4932-A289-711C4DDBDF2C}" dt="2023-07-31T21:23:09.628" v="1322" actId="21"/>
          <ac:picMkLst>
            <pc:docMk/>
            <pc:sldMk cId="134915009" sldId="260"/>
            <ac:picMk id="8" creationId="{87E3A433-920F-03CE-94CB-317131FD4470}"/>
          </ac:picMkLst>
        </pc:picChg>
        <pc:picChg chg="add del mod ord modCrop">
          <ac:chgData name="Reza Shomalnasab" userId="163fbca8-c788-4f15-86b0-97dacaa96789" providerId="ADAL" clId="{AD2F1AA3-7E5E-4932-A289-711C4DDBDF2C}" dt="2023-07-31T21:23:09.628" v="1322" actId="21"/>
          <ac:picMkLst>
            <pc:docMk/>
            <pc:sldMk cId="134915009" sldId="260"/>
            <ac:picMk id="10" creationId="{1D94F3FC-99E0-D8A4-AAC3-4AD09C703B18}"/>
          </ac:picMkLst>
        </pc:picChg>
        <pc:picChg chg="add del mod ord">
          <ac:chgData name="Reza Shomalnasab" userId="163fbca8-c788-4f15-86b0-97dacaa96789" providerId="ADAL" clId="{AD2F1AA3-7E5E-4932-A289-711C4DDBDF2C}" dt="2023-07-31T21:23:09.628" v="1322" actId="21"/>
          <ac:picMkLst>
            <pc:docMk/>
            <pc:sldMk cId="134915009" sldId="260"/>
            <ac:picMk id="12" creationId="{E57A9294-060B-258C-A9F8-B71FA3EA89D2}"/>
          </ac:picMkLst>
        </pc:picChg>
        <pc:picChg chg="add del mod">
          <ac:chgData name="Reza Shomalnasab" userId="163fbca8-c788-4f15-86b0-97dacaa96789" providerId="ADAL" clId="{AD2F1AA3-7E5E-4932-A289-711C4DDBDF2C}" dt="2023-07-31T21:25:19.307" v="1338"/>
          <ac:picMkLst>
            <pc:docMk/>
            <pc:sldMk cId="134915009" sldId="260"/>
            <ac:picMk id="32" creationId="{93776AC8-7AAA-612B-9ABD-CC88C6D5FA18}"/>
          </ac:picMkLst>
        </pc:picChg>
        <pc:picChg chg="add del mod">
          <ac:chgData name="Reza Shomalnasab" userId="163fbca8-c788-4f15-86b0-97dacaa96789" providerId="ADAL" clId="{AD2F1AA3-7E5E-4932-A289-711C4DDBDF2C}" dt="2023-07-31T21:25:19.307" v="1338"/>
          <ac:picMkLst>
            <pc:docMk/>
            <pc:sldMk cId="134915009" sldId="260"/>
            <ac:picMk id="36" creationId="{6FB5173F-F144-30F3-4507-05C820A5B167}"/>
          </ac:picMkLst>
        </pc:picChg>
        <pc:picChg chg="add del mod">
          <ac:chgData name="Reza Shomalnasab" userId="163fbca8-c788-4f15-86b0-97dacaa96789" providerId="ADAL" clId="{AD2F1AA3-7E5E-4932-A289-711C4DDBDF2C}" dt="2023-07-31T21:25:19.307" v="1338"/>
          <ac:picMkLst>
            <pc:docMk/>
            <pc:sldMk cId="134915009" sldId="260"/>
            <ac:picMk id="37" creationId="{99E8B509-E64B-7A11-9764-BF9D13E56607}"/>
          </ac:picMkLst>
        </pc:picChg>
        <pc:picChg chg="add del mod">
          <ac:chgData name="Reza Shomalnasab" userId="163fbca8-c788-4f15-86b0-97dacaa96789" providerId="ADAL" clId="{AD2F1AA3-7E5E-4932-A289-711C4DDBDF2C}" dt="2023-07-31T21:25:19.307" v="1338"/>
          <ac:picMkLst>
            <pc:docMk/>
            <pc:sldMk cId="134915009" sldId="260"/>
            <ac:picMk id="38" creationId="{3D298412-4607-1CF9-229D-39295D95CD19}"/>
          </ac:picMkLst>
        </pc:picChg>
        <pc:picChg chg="add mod">
          <ac:chgData name="Reza Shomalnasab" userId="163fbca8-c788-4f15-86b0-97dacaa96789" providerId="ADAL" clId="{AD2F1AA3-7E5E-4932-A289-711C4DDBDF2C}" dt="2023-07-31T21:26:02.029" v="1351"/>
          <ac:picMkLst>
            <pc:docMk/>
            <pc:sldMk cId="134915009" sldId="260"/>
            <ac:picMk id="39" creationId="{43CB80C2-252C-0383-67E1-9C0BCE2B4504}"/>
          </ac:picMkLst>
        </pc:picChg>
        <pc:picChg chg="add mod">
          <ac:chgData name="Reza Shomalnasab" userId="163fbca8-c788-4f15-86b0-97dacaa96789" providerId="ADAL" clId="{AD2F1AA3-7E5E-4932-A289-711C4DDBDF2C}" dt="2023-07-31T21:26:02.029" v="1351"/>
          <ac:picMkLst>
            <pc:docMk/>
            <pc:sldMk cId="134915009" sldId="260"/>
            <ac:picMk id="40" creationId="{F45EDF03-D1F4-AD72-4E80-130B5194DA0E}"/>
          </ac:picMkLst>
        </pc:picChg>
        <pc:picChg chg="add mod">
          <ac:chgData name="Reza Shomalnasab" userId="163fbca8-c788-4f15-86b0-97dacaa96789" providerId="ADAL" clId="{AD2F1AA3-7E5E-4932-A289-711C4DDBDF2C}" dt="2023-07-31T21:26:02.029" v="1351"/>
          <ac:picMkLst>
            <pc:docMk/>
            <pc:sldMk cId="134915009" sldId="260"/>
            <ac:picMk id="41" creationId="{C9B1B92D-E033-F9B8-332A-195C1E8464BB}"/>
          </ac:picMkLst>
        </pc:picChg>
        <pc:picChg chg="add mod">
          <ac:chgData name="Reza Shomalnasab" userId="163fbca8-c788-4f15-86b0-97dacaa96789" providerId="ADAL" clId="{AD2F1AA3-7E5E-4932-A289-711C4DDBDF2C}" dt="2023-07-31T21:26:02.029" v="1351"/>
          <ac:picMkLst>
            <pc:docMk/>
            <pc:sldMk cId="134915009" sldId="260"/>
            <ac:picMk id="42" creationId="{3648906A-B9EC-15CB-7BF6-6E1E7A86360C}"/>
          </ac:picMkLst>
        </pc:picChg>
        <pc:cxnChg chg="add del">
          <ac:chgData name="Reza Shomalnasab" userId="163fbca8-c788-4f15-86b0-97dacaa96789" providerId="ADAL" clId="{AD2F1AA3-7E5E-4932-A289-711C4DDBDF2C}" dt="2023-07-31T21:22:25.765" v="1321" actId="26606"/>
          <ac:cxnSpMkLst>
            <pc:docMk/>
            <pc:sldMk cId="134915009" sldId="260"/>
            <ac:cxnSpMk id="26" creationId="{6CF1BAF6-AD41-4082-B212-8A1F9A2E8779}"/>
          </ac:cxnSpMkLst>
        </pc:cxnChg>
        <pc:cxnChg chg="add">
          <ac:chgData name="Reza Shomalnasab" userId="163fbca8-c788-4f15-86b0-97dacaa96789" providerId="ADAL" clId="{AD2F1AA3-7E5E-4932-A289-711C4DDBDF2C}" dt="2023-07-31T21:25:44.971" v="1346" actId="26606"/>
          <ac:cxnSpMkLst>
            <pc:docMk/>
            <pc:sldMk cId="134915009" sldId="260"/>
            <ac:cxnSpMk id="30" creationId="{6CF1BAF6-AD41-4082-B212-8A1F9A2E8779}"/>
          </ac:cxnSpMkLst>
        </pc:cxnChg>
      </pc:sldChg>
      <pc:sldChg chg="addSp modSp new mod">
        <pc:chgData name="Reza Shomalnasab" userId="163fbca8-c788-4f15-86b0-97dacaa96789" providerId="ADAL" clId="{AD2F1AA3-7E5E-4932-A289-711C4DDBDF2C}" dt="2023-07-31T21:47:01.775" v="1409" actId="20577"/>
        <pc:sldMkLst>
          <pc:docMk/>
          <pc:sldMk cId="377864892" sldId="261"/>
        </pc:sldMkLst>
        <pc:spChg chg="mod">
          <ac:chgData name="Reza Shomalnasab" userId="163fbca8-c788-4f15-86b0-97dacaa96789" providerId="ADAL" clId="{AD2F1AA3-7E5E-4932-A289-711C4DDBDF2C}" dt="2023-07-31T21:47:01.775" v="1409" actId="20577"/>
          <ac:spMkLst>
            <pc:docMk/>
            <pc:sldMk cId="377864892" sldId="261"/>
            <ac:spMk id="2" creationId="{BCB3314C-0F7F-C387-501D-1168626AC4D1}"/>
          </ac:spMkLst>
        </pc:spChg>
        <pc:picChg chg="add mod">
          <ac:chgData name="Reza Shomalnasab" userId="163fbca8-c788-4f15-86b0-97dacaa96789" providerId="ADAL" clId="{AD2F1AA3-7E5E-4932-A289-711C4DDBDF2C}" dt="2023-07-31T21:29:00.753" v="1362" actId="1076"/>
          <ac:picMkLst>
            <pc:docMk/>
            <pc:sldMk cId="377864892" sldId="261"/>
            <ac:picMk id="6" creationId="{32A574B7-1E1A-824D-58CC-D0CA8C4E6B32}"/>
          </ac:picMkLst>
        </pc:picChg>
        <pc:picChg chg="add mod">
          <ac:chgData name="Reza Shomalnasab" userId="163fbca8-c788-4f15-86b0-97dacaa96789" providerId="ADAL" clId="{AD2F1AA3-7E5E-4932-A289-711C4DDBDF2C}" dt="2023-07-31T21:46:43.600" v="1392" actId="1076"/>
          <ac:picMkLst>
            <pc:docMk/>
            <pc:sldMk cId="377864892" sldId="261"/>
            <ac:picMk id="8" creationId="{BCFCB1FD-5AE1-7CB3-B008-8B6BA92F1A0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788072-C16A-47C0-8133-B101BAE0E0E2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7E9038-2094-4AB6-9C82-C2E8BBA0E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874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7E9038-2094-4AB6-9C82-C2E8BBA0EB1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6036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4607B-F39A-AE91-2A9A-4F3EB21F3D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A3C1F4-A0A9-D782-8528-3460987BE6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F39F6-C635-A3F4-A786-BDEC33105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AA97F-2489-43E1-85D2-015C8FCD94A8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8B64C-D458-37B3-92ED-ED124CB43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E19F3-E921-505A-4E15-1F0938F91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F1B86-1E2B-4E1E-8E09-7D2C4ECA7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503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DFE16-6075-5F6B-94BF-57481A0FB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D9EE0-0527-C099-E249-08CD41912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972E0-B77A-074D-3997-08E5555AE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A76F3-0CFC-47CC-A7EF-C6500D2BCE8D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52EA37-5B84-0192-1B86-0FDDA5B67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B4FBE-0779-EB12-A3D2-7D3949C45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F1B86-1E2B-4E1E-8E09-7D2C4ECA7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140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BCB67-5EA3-AE45-5AC1-3EEF36689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F536AA-5B63-4B3B-4E15-2CBE717D4F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83321-51EA-F9D0-6209-2935135C1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00BF8-BF47-4529-B89A-897FCCCEB807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642479-FA38-D044-2582-4B11664B3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0A2DD-E2A7-C956-82E5-4EF134A8F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F1B86-1E2B-4E1E-8E09-7D2C4ECA7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672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A48F6-37AE-55C8-A64E-8941227D5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65682-AC71-6C54-C75F-73D7D492A1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8B5CF4-A37A-75A6-3CBE-07F561181B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94F794-CC25-01BC-F03F-598D17158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EEA9D-C59B-4C07-A206-AF850691D001}" type="datetime1">
              <a:rPr lang="en-US" smtClean="0"/>
              <a:t>8/30/2023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84E5A6-02EC-1F9F-EC4E-06C97DFFA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C72200-2E0B-F544-5D98-F910A9A67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F1B86-1E2B-4E1E-8E09-7D2C4ECA7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916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F0666-780E-E2AC-1ECF-8A933D14F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04933-5048-283D-A018-95469348BE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A9C48F-10D6-0A43-C2A7-BA2615840F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240869-9A8B-9480-F8EB-EFF4FF4BEE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C35CC7-F165-980B-D818-612FF9744A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E1C9AD-D55E-6101-AFAE-7076196A2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BEFB1-500D-4CD5-97B1-FDEBD2EEFBF6}" type="datetime1">
              <a:rPr lang="en-US" smtClean="0"/>
              <a:t>8/30/2023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E03E38-B986-699D-B2FA-D18CFC338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154F5D-6585-36E8-313F-20D1D23B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F1B86-1E2B-4E1E-8E09-7D2C4ECA7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401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0363F-BCF2-4D0A-AD3D-2BE578AAF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9E3DD-90D9-41C9-E72F-D83820481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5800A-4427-4ABE-86FF-D5881F092F13}" type="datetime1">
              <a:rPr lang="en-US" smtClean="0"/>
              <a:t>8/30/2023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1E2D9D-7F68-ED91-2BB9-BF88BC041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0C5826-5E6B-AEF3-454E-968353ADD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F1B86-1E2B-4E1E-8E09-7D2C4ECA7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192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1C195E-0DAB-08FB-3B78-DE3F4D93B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AEDC9-105D-4C9E-83C2-E4A14D734020}" type="datetime1">
              <a:rPr lang="en-US" smtClean="0"/>
              <a:t>8/30/2023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1762DA-5B22-8C9D-FDE2-5BF24CFF8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6E38E7-E97D-A1DE-83E5-A10C2FE1F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F1B86-1E2B-4E1E-8E09-7D2C4ECA7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072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83B73-112B-774B-437E-D85484CA2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3D866-9F4F-EBC7-83A4-947445954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279165-669A-A6EE-6408-0972C27FEB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A458C2-A456-3722-E0AE-B6DD713B3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29B28-A9D1-4CC0-A58C-F1D53D04D139}" type="datetime1">
              <a:rPr lang="en-US" smtClean="0"/>
              <a:t>8/30/2023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9B6378-0536-3966-E4C6-F7D9FED44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E64FA4-D339-07FC-A5F0-427BE3B3E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F1B86-1E2B-4E1E-8E09-7D2C4ECA7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52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CBC69-0506-613D-DE72-252CF7099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8643D7-1EEB-4ACA-BEEC-6708B64F1C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D04C52-0526-372D-B75B-F431D56C30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EFF43A-1E81-F4A6-AD9A-57EF17D07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76CB5-D3D1-4BCA-A5D3-82F8AA3FB94A}" type="datetime1">
              <a:rPr lang="en-US" smtClean="0"/>
              <a:t>8/30/2023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1F89D2-8F92-AF62-E058-D69D47145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E0DF0A-056A-56B6-234F-C36537619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F1B86-1E2B-4E1E-8E09-7D2C4ECA7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601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CD7FF-9319-85CD-4651-8DAAB27DC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979865-FC7F-1ABA-768C-758991AA17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AC91E3-8AC5-8F80-F886-B7A2D676E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11BA4-9ABA-470C-B7CD-DB6DDE4F70C4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1A104-6ACF-783D-992B-8C9E4039C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6DA23-51D8-5BE4-9DC0-88DEDFA57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F1B86-1E2B-4E1E-8E09-7D2C4ECA7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972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9BABE3-9FF2-4F72-35CD-22741DEF74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4969BC-89F4-192F-347F-61888BBC57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2377B-5FAD-F8FC-3DDD-A6ED2D3CC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2BCA0-3499-4CB2-A768-EC2969F692ED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F9FF2-00C7-B079-6978-55118A9A0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9B82D-48FF-7473-5231-2DDE2BBF1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F1B86-1E2B-4E1E-8E09-7D2C4ECA7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147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8AF5F0-AC67-8980-1AC4-7F7AF3BF3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F165ED-C83D-FB50-51C6-B5F824BF7A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EFE78-0CD3-ADD3-85A0-01EB399185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73DDAA-7CCB-44CC-8B47-221E1087F53C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70850-B977-47FC-5AF2-DFA3F0C615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C6B433-3860-858E-16E4-76CE342F4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EF1B86-1E2B-4E1E-8E09-7D2C4ECA7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175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10">
            <a:extLst>
              <a:ext uri="{FF2B5EF4-FFF2-40B4-BE49-F238E27FC236}">
                <a16:creationId xmlns:a16="http://schemas.microsoft.com/office/drawing/2014/main" id="{9095C1F4-AE7F-44E4-8693-40D3D6831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12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-15978"/>
            <a:ext cx="7147352" cy="5876916"/>
            <a:chOff x="329184" y="-99107"/>
            <a:chExt cx="524256" cy="5876916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14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-99107"/>
              <a:ext cx="524256" cy="563122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1055718"/>
            <a:ext cx="10999072" cy="33583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2BA146-6C16-A6E6-6855-EE8FAD86A6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84683"/>
            <a:ext cx="9144000" cy="2551829"/>
          </a:xfrm>
        </p:spPr>
        <p:txBody>
          <a:bodyPr anchor="ctr">
            <a:normAutofit/>
          </a:bodyPr>
          <a:lstStyle/>
          <a:p>
            <a:r>
              <a:rPr lang="en-US" sz="6600"/>
              <a:t>SIMU UVM capability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333998-4662-E2CC-D884-9243057178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160469"/>
            <a:ext cx="9144000" cy="1182135"/>
          </a:xfrm>
        </p:spPr>
        <p:txBody>
          <a:bodyPr anchor="ctr">
            <a:normAutofit/>
          </a:bodyPr>
          <a:lstStyle/>
          <a:p>
            <a:endParaRPr lang="en-US" sz="28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8FB6E0-9300-7317-8F5D-7BB466341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6EF1B86-1E2B-4E1E-8E09-7D2C4ECA765E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048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6" name="Rectangle 1030">
            <a:extLst>
              <a:ext uri="{FF2B5EF4-FFF2-40B4-BE49-F238E27FC236}">
                <a16:creationId xmlns:a16="http://schemas.microsoft.com/office/drawing/2014/main" id="{9D8233B0-41B5-4D9A-AEEC-13DB66A8C9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A9A41B-BB0E-F279-2AB2-EDBFE9F78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4600"/>
              <a:t>Universal Verification Method (UVM)</a:t>
            </a:r>
          </a:p>
        </p:txBody>
      </p:sp>
      <p:grpSp>
        <p:nvGrpSpPr>
          <p:cNvPr id="1057" name="Group 1032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034" name="Rectangle 1033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8" name="Rectangle 1034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59" name="Rectangle 1036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20C05-FD27-5E5F-F746-A4E89646E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638" y="2313739"/>
            <a:ext cx="5113819" cy="3618138"/>
          </a:xfrm>
        </p:spPr>
        <p:txBody>
          <a:bodyPr>
            <a:normAutofit/>
          </a:bodyPr>
          <a:lstStyle/>
          <a:p>
            <a:pPr marL="155448" indent="-155448" defTabSz="621792">
              <a:spcBef>
                <a:spcPts val="680"/>
              </a:spcBef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Standardized methodology to test and verify digital designs.</a:t>
            </a:r>
          </a:p>
          <a:p>
            <a:pPr marL="155448" indent="-155448" defTabSz="621792">
              <a:spcBef>
                <a:spcPts val="680"/>
              </a:spcBef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Built on top of </a:t>
            </a:r>
            <a:r>
              <a:rPr lang="en-US" sz="2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SystemVerilog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marL="155448" indent="-155448" defTabSz="621792">
              <a:spcBef>
                <a:spcPts val="680"/>
              </a:spcBef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Flexible, reusable and portable .</a:t>
            </a:r>
          </a:p>
          <a:p>
            <a:pPr marL="155448" indent="-155448" defTabSz="621792">
              <a:spcBef>
                <a:spcPts val="680"/>
              </a:spcBef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Different classes for components and objects like agents, drivers, monitors, scoreboards, sequences, tests and ….</a:t>
            </a:r>
          </a:p>
          <a:p>
            <a:pPr marL="155448" indent="-155448" defTabSz="621792">
              <a:spcBef>
                <a:spcPts val="680"/>
              </a:spcBef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 supports mechanisms to communicate transactions, different phasing, messaging and reporting, configuration database and etc..</a:t>
            </a:r>
            <a:endParaRPr lang="en-US" sz="3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4050D-C9B5-28C2-D36E-090945ACF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82263" y="5785418"/>
            <a:ext cx="1889047" cy="251436"/>
          </a:xfrm>
        </p:spPr>
        <p:txBody>
          <a:bodyPr/>
          <a:lstStyle/>
          <a:p>
            <a:pPr defTabSz="621792">
              <a:spcAft>
                <a:spcPts val="600"/>
              </a:spcAft>
            </a:pPr>
            <a:fld id="{E6EF1B86-1E2B-4E1E-8E09-7D2C4ECA765E}" type="slidenum">
              <a:rPr lang="en-US" sz="816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defTabSz="621792">
                <a:spcAft>
                  <a:spcPts val="600"/>
                </a:spcAft>
              </a:pPr>
              <a:t>2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B4E81DD-542A-63CB-B2EB-5F8760C3CA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0563" y="2262037"/>
            <a:ext cx="4965501" cy="3721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6E14BC7-052A-E0BD-389A-C9B1E81EBE7B}"/>
              </a:ext>
            </a:extLst>
          </p:cNvPr>
          <p:cNvSpPr txBox="1"/>
          <p:nvPr/>
        </p:nvSpPr>
        <p:spPr>
          <a:xfrm>
            <a:off x="6836786" y="5898423"/>
            <a:ext cx="3535073" cy="19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21792">
              <a:spcAft>
                <a:spcPts val="600"/>
              </a:spcAft>
            </a:pPr>
            <a:r>
              <a:rPr lang="en-US" sz="68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https://learnuvmverification.com/index.php/2015/05/14/uvm-environment-components/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675095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20">
            <a:extLst>
              <a:ext uri="{FF2B5EF4-FFF2-40B4-BE49-F238E27FC236}">
                <a16:creationId xmlns:a16="http://schemas.microsoft.com/office/drawing/2014/main" id="{0DEDCC5D-8B8A-40DB-BE90-A3AA27C64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22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20" name="Rectangle 23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4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 26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EF0203-A0EA-22DF-E2C2-B6D3ED2FC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963" y="1238080"/>
            <a:ext cx="9849751" cy="1349671"/>
          </a:xfrm>
        </p:spPr>
        <p:txBody>
          <a:bodyPr anchor="b">
            <a:normAutofit/>
          </a:bodyPr>
          <a:lstStyle/>
          <a:p>
            <a:r>
              <a:rPr lang="en-US" sz="5400" dirty="0"/>
              <a:t>SIMU code updates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2DC5B-6628-CCFE-A445-19EB106B8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1965" y="2587538"/>
            <a:ext cx="7238402" cy="3071442"/>
          </a:xfrm>
        </p:spPr>
        <p:txBody>
          <a:bodyPr>
            <a:normAutofit/>
          </a:bodyPr>
          <a:lstStyle/>
          <a:p>
            <a:pPr marL="144018" indent="-144018" defTabSz="576072">
              <a:spcBef>
                <a:spcPts val="630"/>
              </a:spcBef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Using </a:t>
            </a:r>
            <a:r>
              <a:rPr lang="en-US" sz="24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–</a:t>
            </a:r>
            <a:r>
              <a:rPr lang="en-US" sz="24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use_uvm</a:t>
            </a:r>
            <a:r>
              <a:rPr lang="en-US" sz="24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switch when running a testcase.</a:t>
            </a:r>
          </a:p>
          <a:p>
            <a:pPr marL="144018" indent="-144018" defTabSz="576072">
              <a:spcBef>
                <a:spcPts val="630"/>
              </a:spcBef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Compiling all UVM files in a file list. </a:t>
            </a:r>
          </a:p>
          <a:p>
            <a:pPr marL="144018" indent="-144018" defTabSz="576072">
              <a:spcBef>
                <a:spcPts val="630"/>
              </a:spcBef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Modifying testcase and testbench files in the</a:t>
            </a:r>
          </a:p>
          <a:p>
            <a:pPr marL="0" indent="0" defTabSz="576072">
              <a:spcBef>
                <a:spcPts val="630"/>
              </a:spcBef>
              <a:buNone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  <a:r>
              <a:rPr lang="en-US" sz="24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`ifdef UVM_TESTBENCH .. `endif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block.</a:t>
            </a:r>
            <a:endParaRPr lang="en-US" sz="4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CA0177-B869-C7B3-55AD-015C107CF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54879" y="5772601"/>
            <a:ext cx="1737499" cy="231264"/>
          </a:xfrm>
        </p:spPr>
        <p:txBody>
          <a:bodyPr/>
          <a:lstStyle/>
          <a:p>
            <a:pPr defTabSz="576072">
              <a:spcAft>
                <a:spcPts val="600"/>
              </a:spcAft>
            </a:pPr>
            <a:fld id="{E6EF1B86-1E2B-4E1E-8E09-7D2C4ECA765E}" type="slidenum">
              <a:rPr lang="en-US" sz="756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defTabSz="576072"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BA638D-1F7D-E9D8-50B0-3BF23070380E}"/>
              </a:ext>
            </a:extLst>
          </p:cNvPr>
          <p:cNvSpPr txBox="1"/>
          <p:nvPr/>
        </p:nvSpPr>
        <p:spPr>
          <a:xfrm>
            <a:off x="2422900" y="4270462"/>
            <a:ext cx="38616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76072">
              <a:spcAft>
                <a:spcPts val="600"/>
              </a:spcAft>
            </a:pPr>
            <a:r>
              <a:rPr lang="en-US" sz="1200" kern="1200" dirty="0">
                <a:solidFill>
                  <a:srgbClr val="172B4D"/>
                </a:solidFill>
                <a:latin typeface="SFMono-Medium"/>
                <a:ea typeface="+mn-ea"/>
                <a:cs typeface="+mn-cs"/>
              </a:rPr>
              <a:t>&gt;</a:t>
            </a:r>
            <a:r>
              <a:rPr lang="en-US" sz="1200" kern="1200" dirty="0" err="1">
                <a:solidFill>
                  <a:srgbClr val="172B4D"/>
                </a:solidFill>
                <a:latin typeface="SFMono-Medium"/>
                <a:ea typeface="+mn-ea"/>
                <a:cs typeface="+mn-cs"/>
              </a:rPr>
              <a:t>run_testcase</a:t>
            </a:r>
            <a:r>
              <a:rPr lang="en-US" sz="1200" kern="1200" dirty="0">
                <a:solidFill>
                  <a:srgbClr val="172B4D"/>
                </a:solidFill>
                <a:latin typeface="SFMono-Medium"/>
                <a:ea typeface="+mn-ea"/>
                <a:cs typeface="+mn-cs"/>
              </a:rPr>
              <a:t> ../testcases/</a:t>
            </a:r>
            <a:r>
              <a:rPr lang="en-US" sz="1200" kern="1200" dirty="0" err="1">
                <a:solidFill>
                  <a:srgbClr val="172B4D"/>
                </a:solidFill>
                <a:latin typeface="SFMono-Medium"/>
                <a:ea typeface="+mn-ea"/>
                <a:cs typeface="+mn-cs"/>
              </a:rPr>
              <a:t>tc_case</a:t>
            </a:r>
            <a:r>
              <a:rPr lang="en-US" sz="1200" kern="1200" dirty="0">
                <a:solidFill>
                  <a:srgbClr val="172B4D"/>
                </a:solidFill>
                <a:latin typeface="SFMono-Medium"/>
                <a:ea typeface="+mn-ea"/>
                <a:cs typeface="+mn-cs"/>
              </a:rPr>
              <a:t>/</a:t>
            </a:r>
            <a:r>
              <a:rPr lang="en-US" sz="1200" kern="1200" dirty="0" err="1">
                <a:solidFill>
                  <a:srgbClr val="172B4D"/>
                </a:solidFill>
                <a:latin typeface="SFMono-Medium"/>
                <a:ea typeface="+mn-ea"/>
                <a:cs typeface="+mn-cs"/>
              </a:rPr>
              <a:t>tc_case.tcl</a:t>
            </a:r>
            <a:r>
              <a:rPr lang="en-US" sz="1200" kern="1200" dirty="0">
                <a:solidFill>
                  <a:srgbClr val="172B4D"/>
                </a:solidFill>
                <a:latin typeface="SFMono-Medium"/>
                <a:ea typeface="+mn-ea"/>
                <a:cs typeface="+mn-cs"/>
              </a:rPr>
              <a:t> –</a:t>
            </a:r>
            <a:r>
              <a:rPr lang="en-US" sz="1200" kern="1200" dirty="0" err="1">
                <a:solidFill>
                  <a:srgbClr val="172B4D"/>
                </a:solidFill>
                <a:latin typeface="SFMono-Medium"/>
                <a:ea typeface="+mn-ea"/>
                <a:cs typeface="+mn-cs"/>
              </a:rPr>
              <a:t>use_uvm</a:t>
            </a:r>
            <a:endParaRPr 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B4C300-08C7-CA43-A0E7-3B49C8BFBA90}"/>
              </a:ext>
            </a:extLst>
          </p:cNvPr>
          <p:cNvSpPr txBox="1"/>
          <p:nvPr/>
        </p:nvSpPr>
        <p:spPr>
          <a:xfrm>
            <a:off x="2657745" y="4762940"/>
            <a:ext cx="62233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76072">
              <a:spcAft>
                <a:spcPts val="600"/>
              </a:spcAft>
            </a:pP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simu_vlog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sv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-timescale $TCTIMESCALE -cover -f "$TCSUBDIR/uvm_filelist.txt"</a:t>
            </a:r>
            <a:endParaRPr 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C26AA6-9D8F-120B-737B-A230EB83E124}"/>
              </a:ext>
            </a:extLst>
          </p:cNvPr>
          <p:cNvSpPr txBox="1"/>
          <p:nvPr/>
        </p:nvSpPr>
        <p:spPr>
          <a:xfrm>
            <a:off x="2492965" y="4538696"/>
            <a:ext cx="38616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76072">
              <a:spcAft>
                <a:spcPts val="600"/>
              </a:spcAft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{$::CMD_ARG_UVM &gt; 0}</a:t>
            </a:r>
            <a:endParaRPr lang="en-US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703DDE-D596-7D29-8BD1-1ADE321FCC35}"/>
              </a:ext>
            </a:extLst>
          </p:cNvPr>
          <p:cNvSpPr txBox="1"/>
          <p:nvPr/>
        </p:nvSpPr>
        <p:spPr>
          <a:xfrm>
            <a:off x="2402122" y="5336445"/>
            <a:ext cx="81955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76072">
              <a:spcAft>
                <a:spcPts val="600"/>
              </a:spcAft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 TC_COMP_INVOCATION 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simu_vlog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sv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-d UVM_TESTBENCH -timescale $TCTIMESCALE $TCSUBDIR/$TCFILENAME.sv }</a:t>
            </a:r>
            <a:endParaRPr lang="en-US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C3197E-9785-9554-C694-83C90691C220}"/>
              </a:ext>
            </a:extLst>
          </p:cNvPr>
          <p:cNvSpPr txBox="1"/>
          <p:nvPr/>
        </p:nvSpPr>
        <p:spPr>
          <a:xfrm>
            <a:off x="2657745" y="5022408"/>
            <a:ext cx="62233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76072">
              <a:spcAft>
                <a:spcPts val="600"/>
              </a:spcAft>
            </a:pP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simu_vlog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sv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-d UVM_TESTBENCH -timescale $TCTIMESCALE "$TCSUBDIR/tb.sv"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30864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10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12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Rectangle 16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8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2202A5-F941-DFE8-75B2-E67161B13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US" sz="5200"/>
              <a:t>Project setting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ADF00-48FD-325C-F503-81F784C33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7525" y="896815"/>
            <a:ext cx="5886222" cy="5023695"/>
          </a:xfrm>
        </p:spPr>
        <p:txBody>
          <a:bodyPr anchor="ctr">
            <a:normAutofit/>
          </a:bodyPr>
          <a:lstStyle/>
          <a:p>
            <a:r>
              <a:rPr lang="en-US" sz="2000" dirty="0"/>
              <a:t>Copying all uvm files into uvm folder under the testcases/</a:t>
            </a:r>
            <a:r>
              <a:rPr lang="en-US" sz="2000" dirty="0" err="1"/>
              <a:t>tc_xxx</a:t>
            </a:r>
            <a:r>
              <a:rPr lang="en-US" sz="2000" dirty="0"/>
              <a:t> folder.</a:t>
            </a:r>
          </a:p>
          <a:p>
            <a:r>
              <a:rPr lang="en-US" sz="2000" dirty="0"/>
              <a:t>Updating </a:t>
            </a:r>
            <a:r>
              <a:rPr lang="en-US" sz="2000" dirty="0" err="1"/>
              <a:t>tc_xxx.tcl</a:t>
            </a:r>
            <a:r>
              <a:rPr lang="en-US" sz="2000" dirty="0"/>
              <a:t> file. (check whether it has the necessary updates)</a:t>
            </a:r>
          </a:p>
          <a:p>
            <a:r>
              <a:rPr lang="en-US" sz="2000" dirty="0"/>
              <a:t>Creating uvm_filelist.txt</a:t>
            </a:r>
          </a:p>
          <a:p>
            <a:r>
              <a:rPr lang="en-US" sz="2000" dirty="0"/>
              <a:t>Updating </a:t>
            </a:r>
            <a:r>
              <a:rPr lang="en-US" sz="2000" dirty="0" err="1"/>
              <a:t>compile_all.tcl</a:t>
            </a:r>
            <a:r>
              <a:rPr lang="en-US" sz="2000" dirty="0"/>
              <a:t> file (check whether it has the necessary updates)</a:t>
            </a:r>
          </a:p>
          <a:p>
            <a:r>
              <a:rPr lang="en-US" sz="2000" dirty="0"/>
              <a:t>Updating tb.sv and tc_xxx.sv files and adding your test scenario.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200" dirty="0"/>
              <a:t>The above steps are in addition to the steps mentioned in : https://fidussys.atlassian.net/wiki/spaces/FPGARIPL/pages/2407333904/Adding+SIMU+to+your+project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14C0D-74AC-60C8-3754-028B938AC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187174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6EF1B86-1E2B-4E1E-8E09-7D2C4ECA765E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865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8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5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3E2844-8D19-D9F4-5DD8-5C8EF69AA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646238"/>
            <a:ext cx="6353631" cy="865785"/>
          </a:xfrm>
        </p:spPr>
        <p:txBody>
          <a:bodyPr anchor="ctr">
            <a:normAutofit/>
          </a:bodyPr>
          <a:lstStyle/>
          <a:p>
            <a:r>
              <a:rPr lang="en-US" sz="4800" dirty="0"/>
              <a:t>i2c_agent test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29B2C-17A3-9510-4DAC-D848E836B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159" y="1270167"/>
            <a:ext cx="9941319" cy="68391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6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testcases_envFidus_uvm_simMquesta</a:t>
            </a: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/tc_fidus_i2c_slave_uvm_agent</a:t>
            </a:r>
            <a:endParaRPr lang="en-US" sz="1600" dirty="0"/>
          </a:p>
        </p:txBody>
      </p:sp>
      <p:cxnSp>
        <p:nvCxnSpPr>
          <p:cNvPr id="30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01C5B2-4D71-8916-E65E-876516B5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6EF1B86-1E2B-4E1E-8E09-7D2C4ECA765E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43CB80C2-252C-0383-67E1-9C0BCE2B4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028" y="1847531"/>
            <a:ext cx="4619866" cy="3162937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F45EDF03-D1F4-AD72-4E80-130B5194D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028" y="5131290"/>
            <a:ext cx="5106745" cy="1554227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C9B1B92D-E033-F9B8-332A-195C1E8464B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073"/>
          <a:stretch/>
        </p:blipFill>
        <p:spPr>
          <a:xfrm>
            <a:off x="6264987" y="5734679"/>
            <a:ext cx="5765728" cy="806992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3648906A-B9EC-15CB-7BF6-6E1E7A8636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8956" y="87681"/>
            <a:ext cx="5693123" cy="5467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15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3314C-0F7F-C387-501D-1168626A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708" y="2891448"/>
            <a:ext cx="10515600" cy="1325563"/>
          </a:xfrm>
        </p:spPr>
        <p:txBody>
          <a:bodyPr/>
          <a:lstStyle/>
          <a:p>
            <a:r>
              <a:rPr lang="en-US"/>
              <a:t>Result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60B0B-2210-49D6-24E5-24F4B5626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A37D69-A82C-6D1C-7419-DFD12F8EB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F1B86-1E2B-4E1E-8E09-7D2C4ECA765E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A574B7-1E1A-824D-58CC-D0CA8C4E6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08" y="216349"/>
            <a:ext cx="6976572" cy="11461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CFCB1FD-5AE1-7CB3-B008-8B6BA92F1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6363" y="1362498"/>
            <a:ext cx="7040160" cy="5446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64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377</Words>
  <Application>Microsoft Office PowerPoint</Application>
  <PresentationFormat>Widescreen</PresentationFormat>
  <Paragraphs>38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SFMono-Medium</vt:lpstr>
      <vt:lpstr>Office Theme</vt:lpstr>
      <vt:lpstr>SIMU UVM capability</vt:lpstr>
      <vt:lpstr>Universal Verification Method (UVM)</vt:lpstr>
      <vt:lpstr>SIMU code updates</vt:lpstr>
      <vt:lpstr>Project setting</vt:lpstr>
      <vt:lpstr>i2c_agent test example</vt:lpstr>
      <vt:lpstr>Result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 UVM capability</dc:title>
  <dc:creator>Reza Shomalnasab</dc:creator>
  <cp:lastModifiedBy>Reza Shomalnasab</cp:lastModifiedBy>
  <cp:revision>1</cp:revision>
  <dcterms:created xsi:type="dcterms:W3CDTF">2023-07-31T19:56:56Z</dcterms:created>
  <dcterms:modified xsi:type="dcterms:W3CDTF">2023-08-30T15:24:16Z</dcterms:modified>
</cp:coreProperties>
</file>